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301" r:id="rId5"/>
    <p:sldId id="30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AE5660D-7E36-422E-9DF0-1B36F9B7C5D9}">
          <p14:sldIdLst>
            <p14:sldId id="256"/>
            <p14:sldId id="258"/>
          </p14:sldIdLst>
        </p14:section>
        <p14:section name="00.Splash/pop up" id="{515168EF-D47C-48CC-A462-911A5D673AC0}">
          <p14:sldIdLst>
            <p14:sldId id="257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29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pos="7287" userDrawn="1">
          <p15:clr>
            <a:srgbClr val="A4A3A4"/>
          </p15:clr>
        </p15:guide>
        <p15:guide id="4" pos="34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269"/>
    <a:srgbClr val="73DFDC"/>
    <a:srgbClr val="68C9C6"/>
    <a:srgbClr val="FFFFFF"/>
    <a:srgbClr val="FA8968"/>
    <a:srgbClr val="53565D"/>
    <a:srgbClr val="202225"/>
    <a:srgbClr val="42454B"/>
    <a:srgbClr val="FEBD6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1" autoAdjust="0"/>
    <p:restoredTop sz="94660"/>
  </p:normalViewPr>
  <p:slideViewPr>
    <p:cSldViewPr snapToGrid="0">
      <p:cViewPr varScale="1">
        <p:scale>
          <a:sx n="89" d="100"/>
          <a:sy n="89" d="100"/>
        </p:scale>
        <p:origin x="629" y="86"/>
      </p:cViewPr>
      <p:guideLst>
        <p:guide orient="horz" pos="3929"/>
        <p:guide pos="393"/>
        <p:guide pos="7287"/>
        <p:guide pos="3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91139848"/>
              </p:ext>
            </p:extLst>
          </p:nvPr>
        </p:nvGraphicFramePr>
        <p:xfrm>
          <a:off x="1044575" y="4273550"/>
          <a:ext cx="2052638" cy="1079500"/>
        </p:xfrm>
        <a:graphic>
          <a:graphicData uri="http://schemas.openxmlformats.org/drawingml/2006/table">
            <a:tbl>
              <a:tblPr/>
              <a:tblGrid>
                <a:gridCol w="6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성 버 전</a:t>
                      </a:r>
                      <a:endParaRPr kumimoji="1" lang="en-US" altLang="ko-KR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성 일 자</a:t>
                      </a:r>
                      <a:endParaRPr kumimoji="1" lang="en-US" altLang="ko-KR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  성   자</a:t>
                      </a:r>
                      <a:endParaRPr kumimoji="1" lang="en-US" altLang="ko-KR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   락   처</a:t>
                      </a:r>
                      <a:endParaRPr kumimoji="1" lang="en-US" altLang="ko-KR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</a:t>
                      </a:r>
                      <a:r>
                        <a:rPr kumimoji="1" lang="en-US" altLang="ko-KR" sz="800" b="0" kern="12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 mail</a:t>
                      </a: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그룹 1"/>
          <p:cNvGrpSpPr>
            <a:grpSpLocks/>
          </p:cNvGrpSpPr>
          <p:nvPr userDrawn="1"/>
        </p:nvGrpSpPr>
        <p:grpSpPr bwMode="auto">
          <a:xfrm>
            <a:off x="1639888" y="4276725"/>
            <a:ext cx="1647825" cy="1076325"/>
            <a:chOff x="1682979" y="3549650"/>
            <a:chExt cx="1456656" cy="1076787"/>
          </a:xfrm>
        </p:grpSpPr>
        <p:sp>
          <p:nvSpPr>
            <p:cNvPr id="10" name="TextBox 9"/>
            <p:cNvSpPr txBox="1"/>
            <p:nvPr/>
          </p:nvSpPr>
          <p:spPr>
            <a:xfrm>
              <a:off x="1688592" y="4197628"/>
              <a:ext cx="1451043" cy="21440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88592" y="3981635"/>
              <a:ext cx="1451043" cy="21440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4"/>
            <p:cNvSpPr txBox="1">
              <a:spLocks noChangeArrowheads="1"/>
            </p:cNvSpPr>
            <p:nvPr/>
          </p:nvSpPr>
          <p:spPr bwMode="auto">
            <a:xfrm>
              <a:off x="1689100" y="3765556"/>
              <a:ext cx="1450535" cy="215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 sz="8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5"/>
            <p:cNvSpPr txBox="1">
              <a:spLocks noChangeArrowheads="1"/>
            </p:cNvSpPr>
            <p:nvPr/>
          </p:nvSpPr>
          <p:spPr bwMode="auto">
            <a:xfrm>
              <a:off x="1689100" y="3549650"/>
              <a:ext cx="1450535" cy="215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 sz="8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82979" y="4412033"/>
              <a:ext cx="1451043" cy="2144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aphicFrame>
        <p:nvGraphicFramePr>
          <p:cNvPr id="19" name="Group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87775305"/>
              </p:ext>
            </p:extLst>
          </p:nvPr>
        </p:nvGraphicFramePr>
        <p:xfrm>
          <a:off x="1044575" y="4273550"/>
          <a:ext cx="2052638" cy="1079500"/>
        </p:xfrm>
        <a:graphic>
          <a:graphicData uri="http://schemas.openxmlformats.org/drawingml/2006/table">
            <a:tbl>
              <a:tblPr/>
              <a:tblGrid>
                <a:gridCol w="6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성 버 전</a:t>
                      </a:r>
                      <a:endParaRPr kumimoji="1" lang="en-US" altLang="ko-KR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성 일 자</a:t>
                      </a:r>
                      <a:endParaRPr kumimoji="1" lang="en-US" altLang="ko-KR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  성   자</a:t>
                      </a:r>
                      <a:endParaRPr kumimoji="1" lang="en-US" altLang="ko-KR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   락   처</a:t>
                      </a:r>
                      <a:endParaRPr kumimoji="1" lang="en-US" altLang="ko-KR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</a:t>
                      </a:r>
                      <a:r>
                        <a:rPr kumimoji="1" lang="en-US" altLang="ko-KR" sz="800" b="0" kern="12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 mail</a:t>
                      </a:r>
                    </a:p>
                  </a:txBody>
                  <a:tcPr marL="36006" marR="36006" marT="17990" marB="17990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BAC8D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6006" marR="36006" marT="17990" marB="1799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99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632012" y="623888"/>
            <a:ext cx="10932459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5"/>
          <p:cNvSpPr>
            <a:spLocks noChangeArrowheads="1"/>
          </p:cNvSpPr>
          <p:nvPr userDrawn="1"/>
        </p:nvSpPr>
        <p:spPr bwMode="auto">
          <a:xfrm>
            <a:off x="11387138" y="6254750"/>
            <a:ext cx="585787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en-US" altLang="ko-KR" sz="900" dirty="0">
                <a:solidFill>
                  <a:srgbClr val="7F7F7F"/>
                </a:solidFill>
                <a:latin typeface="Arial" pitchFamily="34" charset="0"/>
                <a:ea typeface="돋움" pitchFamily="50" charset="-127"/>
              </a:rPr>
              <a:t>         </a:t>
            </a:r>
            <a:fld id="{7BA1C6E5-28E2-4A56-82B2-83E6875FB6B1}" type="slidenum">
              <a:rPr kumimoji="0" lang="en-US" altLang="ko-KR" sz="900">
                <a:solidFill>
                  <a:srgbClr val="7F7F7F"/>
                </a:solidFill>
                <a:latin typeface="Arial" pitchFamily="34" charset="0"/>
                <a:ea typeface="돋움" pitchFamily="50" charset="-127"/>
              </a:rPr>
              <a:pPr algn="r" eaLnBrk="1" hangingPunct="1"/>
              <a:t>‹#›</a:t>
            </a:fld>
            <a:endParaRPr kumimoji="0" lang="en-US" altLang="ko-KR" sz="900" dirty="0">
              <a:solidFill>
                <a:srgbClr val="7F7F7F"/>
              </a:solidFill>
              <a:latin typeface="Arial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578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725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141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9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811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85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587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602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916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BD9843-1195-44CF-830D-0232D08F6980}" type="datetimeFigureOut">
              <a:rPr lang="ko-KR" altLang="en-US" smtClean="0"/>
              <a:t>2022-03-07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A3FEF5-E95E-4EC8-9D67-014983CCAB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959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15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925513" y="814388"/>
            <a:ext cx="846772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ts val="4200"/>
              </a:lnSpc>
              <a:defRPr/>
            </a:pPr>
            <a:r>
              <a:rPr lang="en-US" altLang="ko-KR" sz="3600" b="1" dirty="0" smtClean="0">
                <a:solidFill>
                  <a:srgbClr val="00B0F0"/>
                </a:solidFill>
                <a:latin typeface="+mj-ea"/>
                <a:ea typeface="+mj-ea"/>
                <a:cs typeface="Arial" pitchFamily="34" charset="0"/>
              </a:rPr>
              <a:t>[</a:t>
            </a:r>
            <a:r>
              <a:rPr lang="ko-KR" altLang="en-US" sz="3600" b="1" dirty="0" err="1" smtClean="0">
                <a:solidFill>
                  <a:srgbClr val="00B0F0"/>
                </a:solidFill>
                <a:latin typeface="+mj-ea"/>
                <a:ea typeface="+mj-ea"/>
                <a:cs typeface="Arial" pitchFamily="34" charset="0"/>
              </a:rPr>
              <a:t>프로젝트명</a:t>
            </a:r>
            <a:r>
              <a:rPr lang="en-US" altLang="ko-KR" sz="3600" b="1" dirty="0" smtClean="0">
                <a:solidFill>
                  <a:srgbClr val="00B0F0"/>
                </a:solidFill>
                <a:latin typeface="+mj-ea"/>
                <a:ea typeface="+mj-ea"/>
                <a:cs typeface="Arial" pitchFamily="34" charset="0"/>
              </a:rPr>
              <a:t>]</a:t>
            </a:r>
            <a:endParaRPr lang="en-US" altLang="ko-KR" sz="3600" b="1" dirty="0">
              <a:solidFill>
                <a:srgbClr val="00B0F0"/>
              </a:solidFill>
              <a:latin typeface="+mj-ea"/>
              <a:ea typeface="+mj-ea"/>
              <a:cs typeface="Arial" pitchFamily="34" charset="0"/>
            </a:endParaRPr>
          </a:p>
          <a:p>
            <a:pPr eaLnBrk="1" hangingPunct="1">
              <a:lnSpc>
                <a:spcPts val="4200"/>
              </a:lnSpc>
              <a:defRPr/>
            </a:pPr>
            <a:r>
              <a:rPr lang="ko-KR" altLang="en-US" sz="3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Y견고딕" pitchFamily="18" charset="-127"/>
                <a:cs typeface="Arial" pitchFamily="34" charset="0"/>
              </a:rPr>
              <a:t>시뮬레이션 </a:t>
            </a:r>
            <a:r>
              <a:rPr lang="ko-KR" altLang="en-US" sz="3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Y견고딕" pitchFamily="18" charset="-127"/>
                <a:cs typeface="Arial" pitchFamily="34" charset="0"/>
              </a:rPr>
              <a:t>툴 개발</a:t>
            </a:r>
            <a:endParaRPr lang="en-US" altLang="ko-KR" sz="35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HY견고딕" pitchFamily="18" charset="-127"/>
              <a:cs typeface="Arial" pitchFamily="34" charset="0"/>
            </a:endParaRPr>
          </a:p>
        </p:txBody>
      </p:sp>
      <p:grpSp>
        <p:nvGrpSpPr>
          <p:cNvPr id="9" name="그룹 1"/>
          <p:cNvGrpSpPr>
            <a:grpSpLocks/>
          </p:cNvGrpSpPr>
          <p:nvPr/>
        </p:nvGrpSpPr>
        <p:grpSpPr bwMode="auto">
          <a:xfrm>
            <a:off x="1639888" y="4264693"/>
            <a:ext cx="1647825" cy="1076325"/>
            <a:chOff x="1682979" y="3549650"/>
            <a:chExt cx="1456656" cy="1076787"/>
          </a:xfrm>
        </p:grpSpPr>
        <p:sp>
          <p:nvSpPr>
            <p:cNvPr id="10" name="TextBox 9"/>
            <p:cNvSpPr txBox="1"/>
            <p:nvPr/>
          </p:nvSpPr>
          <p:spPr>
            <a:xfrm>
              <a:off x="1688592" y="4197628"/>
              <a:ext cx="1451043" cy="21440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88592" y="3981635"/>
              <a:ext cx="1451043" cy="21440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디렉터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4"/>
            <p:cNvSpPr txBox="1">
              <a:spLocks noChangeArrowheads="1"/>
            </p:cNvSpPr>
            <p:nvPr/>
          </p:nvSpPr>
          <p:spPr bwMode="auto">
            <a:xfrm>
              <a:off x="1689100" y="3765556"/>
              <a:ext cx="1450535" cy="215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 smtClean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rPr>
                <a:t>2020.0103</a:t>
              </a:r>
              <a:endParaRPr lang="ko-KR" altLang="en-US" sz="8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5"/>
            <p:cNvSpPr txBox="1">
              <a:spLocks noChangeArrowheads="1"/>
            </p:cNvSpPr>
            <p:nvPr/>
          </p:nvSpPr>
          <p:spPr bwMode="auto">
            <a:xfrm>
              <a:off x="1689100" y="3549650"/>
              <a:ext cx="1450535" cy="215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 smtClean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rPr>
                <a:t>0.1</a:t>
              </a:r>
              <a:endParaRPr lang="ko-KR" altLang="en-US" sz="8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82979" y="4412033"/>
              <a:ext cx="1451043" cy="2144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010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525463" y="204788"/>
            <a:ext cx="25955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Y헤드라인M" pitchFamily="18" charset="-127"/>
                <a:cs typeface="Arial" pitchFamily="34" charset="0"/>
              </a:rPr>
              <a:t>DOCUMENT HISTORY</a:t>
            </a:r>
          </a:p>
        </p:txBody>
      </p:sp>
      <p:graphicFrame>
        <p:nvGraphicFramePr>
          <p:cNvPr id="3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277890"/>
              </p:ext>
            </p:extLst>
          </p:nvPr>
        </p:nvGraphicFramePr>
        <p:xfrm>
          <a:off x="623888" y="797255"/>
          <a:ext cx="10944225" cy="5358851"/>
        </p:xfrm>
        <a:graphic>
          <a:graphicData uri="http://schemas.openxmlformats.org/drawingml/2006/table">
            <a:tbl>
              <a:tblPr/>
              <a:tblGrid>
                <a:gridCol w="52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67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88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일자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파일명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0.1</a:t>
                      </a: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2020.01.03</a:t>
                      </a: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[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프로젝트명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]_Guideline_android_v.0.1.pptx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신규문서 </a:t>
                      </a:r>
                      <a:endParaRPr kumimoji="1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+mn-ea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+mn-ea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+mn-ea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6" marB="17996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81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793551" y="2604946"/>
            <a:ext cx="5880713" cy="824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20000"/>
              </a:lnSpc>
              <a:defRPr/>
            </a:pPr>
            <a:r>
              <a:rPr lang="en-US" altLang="ko-KR" sz="4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00.Splash/Pop up</a:t>
            </a:r>
            <a:endParaRPr lang="en-US" altLang="ko-KR" sz="4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49536" y="2817729"/>
            <a:ext cx="72008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492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525463" y="215384"/>
            <a:ext cx="11042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ko-KR" dirty="0" smtClean="0"/>
              <a:t>Signin-001-001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332766"/>
              </p:ext>
            </p:extLst>
          </p:nvPr>
        </p:nvGraphicFramePr>
        <p:xfrm>
          <a:off x="6805246" y="812801"/>
          <a:ext cx="5111363" cy="5862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533832018"/>
                    </a:ext>
                  </a:extLst>
                </a:gridCol>
                <a:gridCol w="3371475">
                  <a:extLst>
                    <a:ext uri="{9D8B030D-6E8A-4147-A177-3AD203B41FA5}">
                      <a16:colId xmlns:a16="http://schemas.microsoft.com/office/drawing/2014/main" val="3725382109"/>
                    </a:ext>
                  </a:extLst>
                </a:gridCol>
                <a:gridCol w="596888">
                  <a:extLst>
                    <a:ext uri="{9D8B030D-6E8A-4147-A177-3AD203B41FA5}">
                      <a16:colId xmlns:a16="http://schemas.microsoft.com/office/drawing/2014/main" val="4176291109"/>
                    </a:ext>
                  </a:extLst>
                </a:gridCol>
              </a:tblGrid>
              <a:tr h="77310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기타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258688"/>
                  </a:ext>
                </a:extLst>
              </a:tr>
              <a:tr h="7731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뷰코드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Signin-001-001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275926"/>
                  </a:ext>
                </a:extLst>
              </a:tr>
              <a:tr h="7731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뷰제목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회원가입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109073"/>
                  </a:ext>
                </a:extLst>
              </a:tr>
              <a:tr h="35426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뷰설명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 </a:t>
                      </a:r>
                      <a:r>
                        <a:rPr lang="ko-KR" altLang="en-US" dirty="0" smtClean="0"/>
                        <a:t>이용약관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baseline="0" dirty="0" smtClean="0"/>
                        <a:t>2. </a:t>
                      </a:r>
                      <a:r>
                        <a:rPr lang="ko-KR" altLang="en-US" baseline="0" dirty="0" smtClean="0"/>
                        <a:t>개인정보 수집</a:t>
                      </a:r>
                      <a:endParaRPr lang="en-US" altLang="ko-KR" baseline="0" dirty="0" smtClean="0"/>
                    </a:p>
                    <a:p>
                      <a:pPr latinLnBrk="1"/>
                      <a:r>
                        <a:rPr lang="en-US" altLang="ko-KR" baseline="0" dirty="0" smtClean="0"/>
                        <a:t>3. </a:t>
                      </a:r>
                      <a:r>
                        <a:rPr lang="ko-KR" altLang="en-US" baseline="0" dirty="0" smtClean="0"/>
                        <a:t>스크롤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107853"/>
                  </a:ext>
                </a:extLst>
              </a:tr>
            </a:tbl>
          </a:graphicData>
        </a:graphic>
      </p:graphicFrame>
      <p:pic>
        <p:nvPicPr>
          <p:cNvPr id="4" name="그림 3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68" y="1250513"/>
            <a:ext cx="5153744" cy="41725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1372047" y="3743803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4610814" y="3743803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1372047" y="4992920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78655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525463" y="215384"/>
            <a:ext cx="11042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ko-KR" dirty="0" smtClean="0"/>
              <a:t>Item-001-001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86030"/>
              </p:ext>
            </p:extLst>
          </p:nvPr>
        </p:nvGraphicFramePr>
        <p:xfrm>
          <a:off x="6805246" y="812801"/>
          <a:ext cx="5111363" cy="5862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533832018"/>
                    </a:ext>
                  </a:extLst>
                </a:gridCol>
                <a:gridCol w="3371475">
                  <a:extLst>
                    <a:ext uri="{9D8B030D-6E8A-4147-A177-3AD203B41FA5}">
                      <a16:colId xmlns:a16="http://schemas.microsoft.com/office/drawing/2014/main" val="3725382109"/>
                    </a:ext>
                  </a:extLst>
                </a:gridCol>
                <a:gridCol w="596888">
                  <a:extLst>
                    <a:ext uri="{9D8B030D-6E8A-4147-A177-3AD203B41FA5}">
                      <a16:colId xmlns:a16="http://schemas.microsoft.com/office/drawing/2014/main" val="4176291109"/>
                    </a:ext>
                  </a:extLst>
                </a:gridCol>
              </a:tblGrid>
              <a:tr h="77310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기타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258688"/>
                  </a:ext>
                </a:extLst>
              </a:tr>
              <a:tr h="7731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뷰코드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Item-001-001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275926"/>
                  </a:ext>
                </a:extLst>
              </a:tr>
              <a:tr h="7731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뷰제목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아이템 상세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109073"/>
                  </a:ext>
                </a:extLst>
              </a:tr>
              <a:tr h="35426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뷰설명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 smtClean="0"/>
                        <a:t>아이템 이미지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baseline="0" dirty="0" smtClean="0"/>
                        <a:t>2. </a:t>
                      </a:r>
                      <a:r>
                        <a:rPr lang="ko-KR" altLang="en-US" baseline="0" dirty="0" smtClean="0"/>
                        <a:t>아이템 </a:t>
                      </a:r>
                      <a:r>
                        <a:rPr lang="ko-KR" altLang="en-US" baseline="0" dirty="0" err="1" smtClean="0"/>
                        <a:t>섬네일</a:t>
                      </a:r>
                      <a:endParaRPr lang="en-US" altLang="ko-KR" baseline="0" dirty="0" smtClean="0"/>
                    </a:p>
                    <a:p>
                      <a:pPr latinLnBrk="1"/>
                      <a:r>
                        <a:rPr lang="en-US" altLang="ko-KR" baseline="0" dirty="0" smtClean="0"/>
                        <a:t>3. </a:t>
                      </a:r>
                      <a:r>
                        <a:rPr lang="ko-KR" altLang="en-US" baseline="0" dirty="0" smtClean="0"/>
                        <a:t>네이버 페이 결제</a:t>
                      </a:r>
                      <a:endParaRPr lang="en-US" altLang="ko-KR" baseline="0" dirty="0" smtClean="0"/>
                    </a:p>
                    <a:p>
                      <a:pPr latinLnBrk="1"/>
                      <a:r>
                        <a:rPr lang="en-US" altLang="ko-KR" baseline="0" dirty="0" smtClean="0"/>
                        <a:t>4. </a:t>
                      </a:r>
                      <a:r>
                        <a:rPr lang="ko-KR" altLang="en-US" baseline="0" dirty="0" smtClean="0"/>
                        <a:t>카카오 페이 결제</a:t>
                      </a:r>
                      <a:endParaRPr lang="en-US" altLang="ko-KR" baseline="0" dirty="0" smtClean="0"/>
                    </a:p>
                    <a:p>
                      <a:pPr latinLnBrk="1"/>
                      <a:r>
                        <a:rPr lang="en-US" altLang="ko-KR" baseline="0" dirty="0" smtClean="0"/>
                        <a:t>5. </a:t>
                      </a:r>
                      <a:r>
                        <a:rPr lang="ko-KR" altLang="en-US" baseline="0" dirty="0" smtClean="0"/>
                        <a:t>장바구니와 </a:t>
                      </a:r>
                      <a:r>
                        <a:rPr lang="ko-KR" altLang="en-US" baseline="0" dirty="0" err="1" smtClean="0"/>
                        <a:t>찜하기</a:t>
                      </a:r>
                      <a:endParaRPr lang="en-US" altLang="ko-KR" baseline="0" dirty="0" smtClean="0"/>
                    </a:p>
                    <a:p>
                      <a:pPr latinLnBrk="1"/>
                      <a:r>
                        <a:rPr lang="en-US" altLang="ko-KR" baseline="0" dirty="0" smtClean="0"/>
                        <a:t>6. 1:1 </a:t>
                      </a:r>
                      <a:r>
                        <a:rPr lang="ko-KR" altLang="en-US" baseline="0" dirty="0" smtClean="0"/>
                        <a:t>메시지 문의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107853"/>
                  </a:ext>
                </a:extLst>
              </a:tr>
            </a:tbl>
          </a:graphicData>
        </a:graphic>
      </p:graphicFrame>
      <p:pic>
        <p:nvPicPr>
          <p:cNvPr id="5" name="그림 4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99" y="1397520"/>
            <a:ext cx="6327476" cy="23462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273463" y="2194403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3076537" y="3638506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623888" y="3743803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3876637" y="3617803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4940891" y="3626806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58FCFAB-E319-4244-BD0A-2DE24EB448BC}"/>
              </a:ext>
            </a:extLst>
          </p:cNvPr>
          <p:cNvSpPr/>
          <p:nvPr/>
        </p:nvSpPr>
        <p:spPr>
          <a:xfrm>
            <a:off x="6114275" y="3626806"/>
            <a:ext cx="252000" cy="25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66478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2454B"/>
        </a:solidFill>
        <a:ln>
          <a:noFill/>
        </a:ln>
      </a:spPr>
      <a:bodyPr rtlCol="0" anchor="ctr"/>
      <a:lstStyle>
        <a:defPPr algn="ctr">
          <a:defRPr sz="9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86</Words>
  <Application>Microsoft Office PowerPoint</Application>
  <PresentationFormat>와이드스크린</PresentationFormat>
  <Paragraphs>50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HY견고딕</vt:lpstr>
      <vt:lpstr>HY헤드라인M</vt:lpstr>
      <vt:lpstr>돋움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kis</dc:creator>
  <cp:lastModifiedBy>soto</cp:lastModifiedBy>
  <cp:revision>210</cp:revision>
  <dcterms:created xsi:type="dcterms:W3CDTF">2016-01-20T06:46:03Z</dcterms:created>
  <dcterms:modified xsi:type="dcterms:W3CDTF">2022-03-07T09:17:04Z</dcterms:modified>
</cp:coreProperties>
</file>